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33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3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7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69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25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7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70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6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82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52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7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89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99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509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3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98FC88-2EA0-4C73-B1D7-0E92CA8F924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A676DB-94D7-4E3E-BE23-483D27214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4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9370F5-A93D-9501-52FB-960DE6DC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7 - </a:t>
            </a:r>
            <a:br>
              <a:rPr lang="en-US" dirty="0"/>
            </a:br>
            <a:r>
              <a:rPr lang="en-US" dirty="0"/>
              <a:t>NLP Project for Disaster Tweet Classification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C6883-2EEA-7E1C-03EE-58D671ECD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Submitted By: Rajbir Kaur</a:t>
            </a:r>
          </a:p>
          <a:p>
            <a:r>
              <a:rPr lang="en-US" dirty="0"/>
              <a:t>Submitted To: </a:t>
            </a:r>
            <a:r>
              <a:rPr lang="en-US" dirty="0" err="1"/>
              <a:t>Nexthikes</a:t>
            </a:r>
            <a:endParaRPr lang="en-US" dirty="0"/>
          </a:p>
          <a:p>
            <a:r>
              <a:rPr lang="en-US" dirty="0"/>
              <a:t>Model Architecture: Fine-Tuned Deep Learning Transformer (all-MiniLM-L6-v2)</a:t>
            </a:r>
          </a:p>
          <a:p>
            <a:r>
              <a:rPr lang="en-US" dirty="0"/>
              <a:t>The Mission: Developing an automated software pipeline that scans high-velocity, short-form text streams (Twitter/X) to separate critical hazard declarations from casual internet background text.</a:t>
            </a:r>
          </a:p>
          <a:p>
            <a:r>
              <a:rPr lang="en-US" dirty="0"/>
              <a:t>The Solution: Transitioned static vector token systems to context-aware deep networks deployed live as an interactive </a:t>
            </a:r>
            <a:r>
              <a:rPr lang="en-US" dirty="0" err="1"/>
              <a:t>Streamlit</a:t>
            </a:r>
            <a:r>
              <a:rPr lang="en-US" dirty="0"/>
              <a:t> Community Cloud application.</a:t>
            </a:r>
          </a:p>
          <a:p>
            <a:r>
              <a:rPr lang="en-US" dirty="0"/>
              <a:t>Live App URL: [https://project-7-kngbeyde4wnt8fqzpsywgp.streamlit.app](https://project-7-kngbeyde4wnt8fqzpsywgp.streamlit.app)</a:t>
            </a:r>
          </a:p>
        </p:txBody>
      </p:sp>
    </p:spTree>
    <p:extLst>
      <p:ext uri="{BB962C8B-B14F-4D97-AF65-F5344CB8AC3E}">
        <p14:creationId xmlns:p14="http://schemas.microsoft.com/office/powerpoint/2010/main" val="1875530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E8DC-651F-903B-6E1D-9683B162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 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1B50F-AA4E-3112-8B98-5CE273167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Methodology: Feature extraction initialized using external static word vectors (glove.6B.300d.txt).</a:t>
            </a:r>
          </a:p>
          <a:p>
            <a:r>
              <a:rPr lang="en-US" dirty="0"/>
              <a:t>Baseline Results: </a:t>
            </a:r>
          </a:p>
          <a:p>
            <a:r>
              <a:rPr lang="en-US" dirty="0"/>
              <a:t>Random Forest: 78.10% Accuracy | 70.92% F1-Score</a:t>
            </a:r>
          </a:p>
          <a:p>
            <a:r>
              <a:rPr lang="en-US" dirty="0"/>
              <a:t>Naive Bayes: 79.92% Accuracy | 73.38% F1-Score</a:t>
            </a:r>
          </a:p>
          <a:p>
            <a:r>
              <a:rPr lang="en-US" dirty="0"/>
              <a:t>Logistic Regression: 80.02% Accuracy | 74.27% F1-Score</a:t>
            </a:r>
          </a:p>
          <a:p>
            <a:r>
              <a:rPr lang="en-US" dirty="0"/>
              <a:t>The Problem: Traditional models suffer from structural linear performance caps because they ignore word order and surrounding context.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31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42F4-0464-0FF3-1222-998C46F7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Deep Learning Paradigm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02012-E4F5-700A-E2F1-23E45D772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Model Selection: Fine-tuned sentence-transformers/all-MiniLM-L6-v2 with a custom binary classification head across 3 training epochs using Google </a:t>
            </a:r>
            <a:r>
              <a:rPr lang="en-US" dirty="0" err="1"/>
              <a:t>Colab</a:t>
            </a:r>
            <a:r>
              <a:rPr lang="en-US" dirty="0"/>
              <a:t> T4 GPU nodes.</a:t>
            </a:r>
          </a:p>
          <a:p>
            <a:r>
              <a:rPr lang="en-US" dirty="0"/>
              <a:t>Peak Accuracy: Improved to 84.20% (+4.18% jump over best classical baseline).</a:t>
            </a:r>
          </a:p>
          <a:p>
            <a:r>
              <a:rPr lang="en-US" dirty="0"/>
              <a:t>Operational Recall: Hit 75.50%, minimizing dangerous false negatives during critical hazard events.</a:t>
            </a:r>
          </a:p>
          <a:p>
            <a:r>
              <a:rPr lang="en-US" dirty="0"/>
              <a:t>ROC-AUC Metric: Attained 0.90, proving outstanding structural separability between disaster and non-disaster streams.</a:t>
            </a:r>
          </a:p>
        </p:txBody>
      </p:sp>
    </p:spTree>
    <p:extLst>
      <p:ext uri="{BB962C8B-B14F-4D97-AF65-F5344CB8AC3E}">
        <p14:creationId xmlns:p14="http://schemas.microsoft.com/office/powerpoint/2010/main" val="489222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F052-9284-B4A1-BF60-B0CB15F1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System Contextual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EF2C-D778-AFC2-4EB6-F0EB3707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Test Case 1 (Non-Disaster Input):</a:t>
            </a:r>
          </a:p>
          <a:p>
            <a:pPr marL="0" indent="0">
              <a:buNone/>
            </a:pPr>
            <a:r>
              <a:rPr lang="en-US" dirty="0"/>
              <a:t>Text: "The monsoon season brings much needed rain for agriculture this year."</a:t>
            </a:r>
          </a:p>
          <a:p>
            <a:pPr marL="0" indent="0">
              <a:buNone/>
            </a:pPr>
            <a:r>
              <a:rPr lang="en-US" dirty="0"/>
              <a:t>Classification: NOT A DISASTER (51.63% confidence).</a:t>
            </a:r>
          </a:p>
          <a:p>
            <a:endParaRPr lang="en-US" dirty="0"/>
          </a:p>
          <a:p>
            <a:r>
              <a:rPr lang="en-US" b="1" dirty="0"/>
              <a:t>Test Case 2 (Disaster Emergency Input):</a:t>
            </a:r>
          </a:p>
          <a:p>
            <a:pPr marL="0" indent="0">
              <a:buNone/>
            </a:pPr>
            <a:r>
              <a:rPr lang="en-US" dirty="0"/>
              <a:t>Text: "Urgent rescue teams deployed to northern sector due to monsoon landslides."</a:t>
            </a:r>
          </a:p>
          <a:p>
            <a:pPr marL="0" indent="0">
              <a:buNone/>
            </a:pPr>
            <a:r>
              <a:rPr lang="en-US" dirty="0"/>
              <a:t>Classification: DISASTER EVENT DETECTED (96.97% confidence).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Conclusion: </a:t>
            </a:r>
            <a:r>
              <a:rPr lang="en-US" dirty="0"/>
              <a:t>The neural network successfully maps deep semantic relationships instead of relying on simple keyword triggers.</a:t>
            </a:r>
          </a:p>
        </p:txBody>
      </p:sp>
    </p:spTree>
    <p:extLst>
      <p:ext uri="{BB962C8B-B14F-4D97-AF65-F5344CB8AC3E}">
        <p14:creationId xmlns:p14="http://schemas.microsoft.com/office/powerpoint/2010/main" val="417106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8B06-2115-A3BC-E44F-8E48D13F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Cloud-Native Production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ABDCA-EC03-BD4F-403B-0B380E2CD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Cloud Deployment: Production disaster.py system deployed live on </a:t>
            </a:r>
            <a:r>
              <a:rPr lang="en-US" dirty="0" err="1"/>
              <a:t>Streamlit</a:t>
            </a:r>
            <a:r>
              <a:rPr lang="en-US" dirty="0"/>
              <a:t> Community Cloud with continuous version control via GitHub (rajbirkaurinfo97-png/Project-7).</a:t>
            </a:r>
          </a:p>
          <a:p>
            <a:r>
              <a:rPr lang="en-US" dirty="0"/>
              <a:t>Dynamic Transformer Pipeline: Configured to load fine-tuned Transformer model weights seamlessly via Hugging Face Cloud integration.</a:t>
            </a:r>
          </a:p>
          <a:p>
            <a:r>
              <a:rPr lang="en-US" dirty="0"/>
              <a:t>Core Application Features:</a:t>
            </a:r>
          </a:p>
          <a:p>
            <a:pPr marL="0" indent="0">
              <a:buNone/>
            </a:pPr>
            <a:r>
              <a:rPr lang="en-US" dirty="0"/>
              <a:t>Ad-hoc Single Tweet Inference: Real-time tweet classification with confidence metrics and </a:t>
            </a:r>
            <a:r>
              <a:rPr lang="en-US" dirty="0" err="1"/>
              <a:t>Plotly</a:t>
            </a:r>
            <a:r>
              <a:rPr lang="en-US" dirty="0"/>
              <a:t> gauge visualization.</a:t>
            </a:r>
          </a:p>
          <a:p>
            <a:pPr marL="0" indent="0">
              <a:buNone/>
            </a:pPr>
            <a:r>
              <a:rPr lang="en-US" dirty="0"/>
              <a:t>Live Stream Monitor &amp; Storytelling: Interactive dashboard displaying temporal trends, keyword frequencies, and geographical breakdowns.</a:t>
            </a:r>
          </a:p>
        </p:txBody>
      </p:sp>
    </p:spTree>
    <p:extLst>
      <p:ext uri="{BB962C8B-B14F-4D97-AF65-F5344CB8AC3E}">
        <p14:creationId xmlns:p14="http://schemas.microsoft.com/office/powerpoint/2010/main" val="230270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7DF3-0B82-FEB1-1843-111844D5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Operations &amp; 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6188-43DD-B1B1-DCD6-AAA7C72D4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Continuous Evaluation: Implement active human-in-the-loop validation for predictions hovering near the 50% boundary line to combat domain and language drift over time.</a:t>
            </a:r>
          </a:p>
          <a:p>
            <a:r>
              <a:rPr lang="en-US" dirty="0"/>
              <a:t>Infrastructure Scaling: Containerize via Docker using lightweight CPU-targeted libraries (torch --</a:t>
            </a:r>
            <a:r>
              <a:rPr lang="en-US" dirty="0" err="1"/>
              <a:t>whl</a:t>
            </a:r>
            <a:r>
              <a:rPr lang="en-US" dirty="0"/>
              <a:t> </a:t>
            </a:r>
            <a:r>
              <a:rPr lang="en-US" dirty="0" err="1"/>
              <a:t>cpu</a:t>
            </a:r>
            <a:r>
              <a:rPr lang="en-US" dirty="0"/>
              <a:t>) on cloud providers like AWS ECS or Heroku to minimize memory footprints.</a:t>
            </a:r>
          </a:p>
          <a:p>
            <a:r>
              <a:rPr lang="en-US" dirty="0"/>
              <a:t>Multi-Modal Scaling: Incorporate downstream computer vision features to cross-verify text reports against attached image/video feeds.</a:t>
            </a:r>
          </a:p>
          <a:p>
            <a:r>
              <a:rPr lang="en-US" dirty="0"/>
              <a:t>Concluding Summary: Successfully delivered an end-to-end, high-performance crisis monitoring platform converting raw social noise into actionable operational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2172895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B659-1D65-F125-B0D7-8F52CCE4C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846439"/>
            <a:ext cx="9601196" cy="3029430"/>
          </a:xfrm>
        </p:spPr>
        <p:txBody>
          <a:bodyPr/>
          <a:lstStyle/>
          <a:p>
            <a:r>
              <a:rPr lang="en-US" dirty="0"/>
              <a:t>"We successfully designed and implemented an end-to-end modern Natural Language Processing solution for crisis monitoring. By transitioning from traditional static machine learning algorithms to a deep Transformer model, we broke through the initial performance barrier—achieving a validation accuracy of 84.20% and an ROC-AUC score of 0.90. The system is fully deployed as a standalone web application using </a:t>
            </a:r>
            <a:r>
              <a:rPr lang="en-US" dirty="0" err="1"/>
              <a:t>Streamlit</a:t>
            </a:r>
            <a:r>
              <a:rPr lang="en-US" dirty="0"/>
              <a:t>, making it fully ready for field operations."</a:t>
            </a:r>
          </a:p>
        </p:txBody>
      </p:sp>
    </p:spTree>
    <p:extLst>
      <p:ext uri="{BB962C8B-B14F-4D97-AF65-F5344CB8AC3E}">
        <p14:creationId xmlns:p14="http://schemas.microsoft.com/office/powerpoint/2010/main" val="278052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E7C0-A1D2-27CE-B2D0-BB80DD44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on the cloud!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DC84-FF34-48C7-F794-06B790190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u="sng" dirty="0">
                <a:highlight>
                  <a:srgbClr val="FFFF00"/>
                </a:highlight>
              </a:rPr>
              <a:t>https://project-7-kngbeyde4wnt8fqzpsywgp.streamlit.app/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747193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43C5-4568-DDD5-AFBF-D8D7EAE5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581D4-E6C4-6071-F5F7-A8FA4937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Pennington, J., Socher, R., &amp; Manning, C. D. (2014). </a:t>
            </a:r>
            <a:r>
              <a:rPr lang="en-US" dirty="0" err="1"/>
              <a:t>GloVe</a:t>
            </a:r>
            <a:r>
              <a:rPr lang="en-US" dirty="0"/>
              <a:t>: Global Vectors for Word Representation. Proceedings of the 2014 Conference on Empirical Methods in Natural Language Processing (EMNLP), 1532-1543.</a:t>
            </a:r>
          </a:p>
          <a:p>
            <a:r>
              <a:rPr lang="en-US" dirty="0"/>
              <a:t>Reimers, N., &amp; </a:t>
            </a:r>
            <a:r>
              <a:rPr lang="en-US" dirty="0" err="1"/>
              <a:t>Gurevych</a:t>
            </a:r>
            <a:r>
              <a:rPr lang="en-US" dirty="0"/>
              <a:t>, I. (2019). Sentence-BERT: Sentence Embeddings using Siamese BERT-Networks. </a:t>
            </a:r>
            <a:r>
              <a:rPr lang="en-US" dirty="0" err="1"/>
              <a:t>arXiv</a:t>
            </a:r>
            <a:r>
              <a:rPr lang="en-US" dirty="0"/>
              <a:t> preprint arXiv:1908.10084.</a:t>
            </a:r>
          </a:p>
          <a:p>
            <a:r>
              <a:rPr lang="en-US" dirty="0" err="1"/>
              <a:t>Streamlit</a:t>
            </a:r>
            <a:r>
              <a:rPr lang="en-US" dirty="0"/>
              <a:t> Application Framework Documentation Reference. Available via development server environment at localhost:8501.</a:t>
            </a:r>
          </a:p>
          <a:p>
            <a:r>
              <a:rPr lang="en-US" dirty="0"/>
              <a:t>Wolf, T., Debut, L., Sanh, V., </a:t>
            </a:r>
            <a:r>
              <a:rPr lang="en-US" dirty="0" err="1"/>
              <a:t>Chaumond</a:t>
            </a:r>
            <a:r>
              <a:rPr lang="en-US" dirty="0"/>
              <a:t>, J., </a:t>
            </a:r>
            <a:r>
              <a:rPr lang="en-US" dirty="0" err="1"/>
              <a:t>Delangue</a:t>
            </a:r>
            <a:r>
              <a:rPr lang="en-US" dirty="0"/>
              <a:t>, C., Moi, A., ... &amp; Rush, A. M. (2020). Transformers: State-of-the-art natural language processing. </a:t>
            </a:r>
          </a:p>
        </p:txBody>
      </p:sp>
    </p:spTree>
    <p:extLst>
      <p:ext uri="{BB962C8B-B14F-4D97-AF65-F5344CB8AC3E}">
        <p14:creationId xmlns:p14="http://schemas.microsoft.com/office/powerpoint/2010/main" val="93358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59B0-BDE4-D204-B9F1-3F74EA2AA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047135"/>
            <a:ext cx="9601196" cy="482873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16600" b="1" dirty="0">
                <a:highlight>
                  <a:srgbClr val="C0C0C0"/>
                </a:highligh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848443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</TotalTime>
  <Words>743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PROJECT 7 -  NLP Project for Disaster Tweet Classification </vt:lpstr>
      <vt:lpstr>Baseline Model Performance Evaluation</vt:lpstr>
      <vt:lpstr>The Deep Learning Paradigm Shift</vt:lpstr>
      <vt:lpstr>Live System Contextual Validation</vt:lpstr>
      <vt:lpstr>Cloud-Native Production Engine</vt:lpstr>
      <vt:lpstr>Strategic Operations &amp; Future Roadmap</vt:lpstr>
      <vt:lpstr>PowerPoint Presentation</vt:lpstr>
      <vt:lpstr>Live on the cloud!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HUT2099</dc:creator>
  <cp:lastModifiedBy>HUT2099</cp:lastModifiedBy>
  <cp:revision>4</cp:revision>
  <dcterms:created xsi:type="dcterms:W3CDTF">2026-07-22T13:07:22Z</dcterms:created>
  <dcterms:modified xsi:type="dcterms:W3CDTF">2026-07-22T13:36:41Z</dcterms:modified>
</cp:coreProperties>
</file>